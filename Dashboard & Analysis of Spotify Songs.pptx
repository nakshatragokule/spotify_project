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9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224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59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55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52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0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1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802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0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24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427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26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2377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254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892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53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13ABF-433A-4E41-A536-7EED2D4262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ECCADB6-9CC7-4FA1-BC9E-7E28CEC4E4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141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FF4629-F4A6-E0A3-E393-DBBDEED4A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6840" y="801279"/>
            <a:ext cx="6887852" cy="172510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Analysis of Spotify Songs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6C359-A31C-727B-2D04-800FE3846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36461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054646-CED6-AE31-CCBD-D8064D235376}"/>
              </a:ext>
            </a:extLst>
          </p:cNvPr>
          <p:cNvSpPr txBox="1"/>
          <p:nvPr/>
        </p:nvSpPr>
        <p:spPr>
          <a:xfrm>
            <a:off x="6220119" y="2648932"/>
            <a:ext cx="3761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Visualisation and Data Analysis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8A9176-6FC3-ACF7-1272-E82FCB454BC0}"/>
              </a:ext>
            </a:extLst>
          </p:cNvPr>
          <p:cNvSpPr txBox="1"/>
          <p:nvPr/>
        </p:nvSpPr>
        <p:spPr>
          <a:xfrm>
            <a:off x="6532774" y="3783673"/>
            <a:ext cx="3676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By – Nakshatra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Gokule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Matriculation no - 69312479</a:t>
            </a:r>
          </a:p>
        </p:txBody>
      </p:sp>
    </p:spTree>
    <p:extLst>
      <p:ext uri="{BB962C8B-B14F-4D97-AF65-F5344CB8AC3E}">
        <p14:creationId xmlns:p14="http://schemas.microsoft.com/office/powerpoint/2010/main" val="169589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962B4-6CCA-D707-A072-CA47EA15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342" y="840927"/>
            <a:ext cx="8911687" cy="771057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18072-1BC6-FEA7-638E-41A20F157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 a real-world Spotify collection (more than 100000 tracks).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 trends in the genres, audio features, and popularity of tracks.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Python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 with pandas, matplotlib, seaborn,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an interactive dashboard.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0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3FB1-67B8-83FF-96DC-5A52E1C4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Dataset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16C7-A5B2-B724-3C09-BC1E38EC6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SpotifyFeatures.csv is the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100000 tracks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columns include danceability, energy, valence, tempo, popularity, artist and track names, and genre.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is the source.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3F283-A984-AD5C-E616-E07BDD55D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4286768"/>
            <a:ext cx="9153427" cy="222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9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30C0-95C5-8359-8BBF-10F6D2C0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Popularity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615C6-E014-84B7-E925-3E3068B7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0008"/>
            <a:ext cx="8915400" cy="443121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The majority of songs are between 40 and 70 percent popular; very few are very popular or unpopular.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A4835-4BDE-B8A8-8919-23B4D5DE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583" y="2492146"/>
            <a:ext cx="7414903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8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6E4B-EBC1-AA39-9EF3-035F2451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598" y="586403"/>
            <a:ext cx="8911687" cy="128089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Artists with the Most Tracks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922F0-94BD-D259-109B-13D412607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0296" y="1784809"/>
            <a:ext cx="8915400" cy="3777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for Analysis: Which musicians have the most tracks?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The most productive artists in the dataset are the ones with the most tracks.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27AB2-8BD9-B9B5-EE3B-6370C1C8D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118" y="2783613"/>
            <a:ext cx="7315834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6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04C2-6A19-50E7-A1EB-2D661C0F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16720"/>
            <a:ext cx="8911687" cy="128089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vs. Danceability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182DE-1BD4-E844-7F0F-4DC50C396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Question: What is the relationship between popularity and danceability?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There is a weak correlation between tracks with higher danceability and slightly higher popularity.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D14E9-094F-22B4-0AF4-FFB9C285C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214" y="2821079"/>
            <a:ext cx="6378493" cy="36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5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1747-EF79-414E-2D43-7EF10C0A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719" y="624110"/>
            <a:ext cx="8911687" cy="128089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vs. Energy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B810E-9D3B-FD27-111E-D61DF66CF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71686"/>
            <a:ext cx="8915400" cy="3777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Question: Does popularity change with increased energy?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popularity of energetic tracks is higher, indicating that listeners prefer them.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CC5191-7BEA-5D93-DE20-D48617E6F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25" y="2757733"/>
            <a:ext cx="6149873" cy="36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2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C51C8-6535-64CA-D829-4874EE5D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Frequently Used Musical Keys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1AA65-34DB-6F4C-BF8F-1452D12A2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Question: What are the most commonly used keys?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The most frequently used keys are C (0) and G (7), which correspond to common composition trends.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0AE0E-0FF2-328A-F8EB-76C83B5AA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658" y="2821079"/>
            <a:ext cx="6424217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3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A84E-88FD-B165-B249-CFD9EDB1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Popularity of the Top 10 Genres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D544E-A53B-B39C-D26B-04841830A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614" y="1709394"/>
            <a:ext cx="8915400" cy="37776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Question: What are the most popular genres?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Listener preferences are reflected in the dominance of pop and hip-hop in average popularity.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B5F57-6F8B-9554-9FDF-86A3AC330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227" y="2861038"/>
            <a:ext cx="7453006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4F337-92E8-1D7E-3873-EC29C3606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392" y="0"/>
            <a:ext cx="8911687" cy="128089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Streamlight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15FB0-07FA-ADC3-0C69-CDF173927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7175" y="804420"/>
            <a:ext cx="8915400" cy="3777622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create the interactive dashboard enables users to dynamically explore top artists, audio features, and track popularity.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EF54D-8A61-6CC2-5409-256B3CA9F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506" y="1527142"/>
            <a:ext cx="6271803" cy="5467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0FA2D7-00CF-E968-B34E-EBA20F4A2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7" y="1460975"/>
            <a:ext cx="5854814" cy="539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5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79BF-4068-67DE-AE7B-FCF4358F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744" y="642964"/>
            <a:ext cx="8911687" cy="128089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3D047-A26E-7C36-D378-80F28D468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songs are moderately popular; very few are huge hits or failures.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 that are lively and somewhat danceable are typically more well-liked.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Spotify dataset is dominated by particular artists and genres.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can be explored interactively with the help of the streamlined dashboard.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437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A918-C631-6AB7-8767-01CA2DEB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Utilised Tools and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D6FDC-6DCB-FFF1-3A26-BF64F727A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8003" y="1905000"/>
            <a:ext cx="8915400" cy="377762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libraries: seaborn,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matplotlib,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and Visual Studio Code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Spotify Features on Kaggle</a:t>
            </a:r>
          </a:p>
        </p:txBody>
      </p:sp>
    </p:spTree>
    <p:extLst>
      <p:ext uri="{BB962C8B-B14F-4D97-AF65-F5344CB8AC3E}">
        <p14:creationId xmlns:p14="http://schemas.microsoft.com/office/powerpoint/2010/main" val="370687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A04EC-C254-D5B7-56AB-161CE75F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95830"/>
            <a:ext cx="8911687" cy="128089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References and Datasets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9BD65-2E52-4591-7547-7DE8B770E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Dataset: Features of Kaggle Spotify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for Python Libraries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Community Cloud</a:t>
            </a:r>
          </a:p>
        </p:txBody>
      </p:sp>
    </p:spTree>
    <p:extLst>
      <p:ext uri="{BB962C8B-B14F-4D97-AF65-F5344CB8AC3E}">
        <p14:creationId xmlns:p14="http://schemas.microsoft.com/office/powerpoint/2010/main" val="56725226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69</TotalTime>
  <Words>439</Words>
  <Application>Microsoft Office PowerPoint</Application>
  <PresentationFormat>Widescreen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Times New Roman</vt:lpstr>
      <vt:lpstr>Wingdings 3</vt:lpstr>
      <vt:lpstr>Wisp</vt:lpstr>
      <vt:lpstr>Dashboard &amp; Analysis of Spotify Songs </vt:lpstr>
      <vt:lpstr>Goal</vt:lpstr>
      <vt:lpstr>Overview of the Dataset </vt:lpstr>
      <vt:lpstr>Distribution of Popularity</vt:lpstr>
      <vt:lpstr>Artists with the Most Tracks</vt:lpstr>
      <vt:lpstr>Popularity vs. Danceability</vt:lpstr>
      <vt:lpstr>Popularity vs. Energy</vt:lpstr>
      <vt:lpstr>The Most Frequently Used Musical Keys</vt:lpstr>
      <vt:lpstr>Average Popularity of the Top 10 Genres</vt:lpstr>
      <vt:lpstr>Dashboard Streamlight</vt:lpstr>
      <vt:lpstr>Important Lessons Learned</vt:lpstr>
      <vt:lpstr>Utilised Tools and Libraries</vt:lpstr>
      <vt:lpstr>Sources of References and Datasets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NAKSHATRA GOKULE</dc:creator>
  <cp:lastModifiedBy>NAKSHATRA GOKULE</cp:lastModifiedBy>
  <cp:revision>1</cp:revision>
  <dcterms:created xsi:type="dcterms:W3CDTF">2026-02-06T20:41:48Z</dcterms:created>
  <dcterms:modified xsi:type="dcterms:W3CDTF">2026-02-06T21:51:39Z</dcterms:modified>
</cp:coreProperties>
</file>